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Wireframes for asap.tools across three rounds: PRD site tabs, entry flow, and the product screens from PRD v2.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routes, one bundle. Everyone lands on the scheduling page; after lock, the meeting opens into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view sets the scheduling window. 7 days is the default and paints time slots; 30 days paints whole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365 days paints whole weeks; 3,365 days paints whole months. Tapping drills down a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Invitees paint on mobile from the invite link. When responses are in, the orb docks on the winning cell with one proposal.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nothing works, the cheapest flex ask is named; failing that, widen to the next view. Lock shows the Enter meeting room 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room shows attendees by city; drag to join in person or remote. A decline flips it amber and routes back to the calendar.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sketch of the root route: www.asap.tools opens the calendar, then the meeting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wireframe per tab of the original PRD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wireframe per tab of the original PRD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134100"/>
            <a:ext cx="17602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168" kern="0" dirty="0">
                <a:solidFill>
                  <a:srgbClr val="9FD3C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WIREFRAMES · OCT 2026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143000" y="6743700"/>
            <a:ext cx="176022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9000" b="1" dirty="0">
                <a:solidFill>
                  <a:srgbClr val="F0EEE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asap.tools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1143000" y="8153400"/>
            <a:ext cx="706374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CFCF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From "when?" to "we're in" — the scheduling page and the meeting room.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82727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OVERVIEW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38200" y="1000125"/>
            <a:ext cx="1827276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384"/>
              </a:lnSpc>
              <a:buNone/>
            </a:pPr>
            <a:r>
              <a:rPr lang="en-US" sz="42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screens, three routes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38200" y="2196405"/>
            <a:ext cx="4806776" cy="3120256"/>
          </a:xfrm>
          <a:prstGeom prst="roundRect">
            <a:avLst>
              <a:gd name="adj" fmla="val 4884"/>
            </a:avLst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2596455"/>
            <a:ext cx="440734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238250" y="3148905"/>
            <a:ext cx="440734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Scheduling page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38250" y="3796605"/>
            <a:ext cx="4126877" cy="1158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89"/>
              </a:lnSpc>
              <a:buNone/>
            </a:pPr>
            <a:r>
              <a:rPr lang="en-US" sz="2100" dirty="0">
                <a:solidFill>
                  <a:srgbClr val="5555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Organizer creates, paints, locks. Opens directly at www.asap.tools.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949776" y="3408834"/>
            <a:ext cx="562198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dirty="0">
                <a:solidFill>
                  <a:srgbClr val="9999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6740575" y="2196405"/>
            <a:ext cx="4806776" cy="3120256"/>
          </a:xfrm>
          <a:prstGeom prst="roundRect">
            <a:avLst>
              <a:gd name="adj" fmla="val 4884"/>
            </a:avLst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40625" y="2596455"/>
            <a:ext cx="440734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/s/:token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7140625" y="3148905"/>
            <a:ext cx="440734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Invitee paint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140625" y="3796605"/>
            <a:ext cx="4126877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89"/>
              </a:lnSpc>
              <a:buNone/>
            </a:pPr>
            <a:r>
              <a:rPr lang="en-US" sz="2100" dirty="0">
                <a:solidFill>
                  <a:srgbClr val="5555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page from the invite email; aggregate heatmap only.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1852151" y="3408834"/>
            <a:ext cx="562273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dirty="0">
                <a:solidFill>
                  <a:srgbClr val="9999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12643024" y="2196405"/>
            <a:ext cx="4806776" cy="3120256"/>
          </a:xfrm>
          <a:prstGeom prst="roundRect">
            <a:avLst>
              <a:gd name="adj" fmla="val 4884"/>
            </a:avLst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043074" y="2596455"/>
            <a:ext cx="440734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/m/:id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3043074" y="3148905"/>
            <a:ext cx="440734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Meeting room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3043074" y="3796605"/>
            <a:ext cx="4126877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89"/>
              </a:lnSpc>
              <a:buNone/>
            </a:pPr>
            <a:r>
              <a:rPr lang="en-US" sz="2100" dirty="0">
                <a:solidFill>
                  <a:srgbClr val="5555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Attendees, location, add person, reschedule.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838200" y="5926262"/>
            <a:ext cx="1131838" cy="495300"/>
          </a:xfrm>
          <a:prstGeom prst="roundRect">
            <a:avLst>
              <a:gd name="adj" fmla="val 50000"/>
            </a:avLst>
          </a:prstGeom>
          <a:ln w="1905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7750" y="6002462"/>
            <a:ext cx="78893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A9D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2122438" y="6002462"/>
            <a:ext cx="32146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555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2520107" y="5926262"/>
            <a:ext cx="1997422" cy="495300"/>
          </a:xfrm>
          <a:prstGeom prst="roundRect">
            <a:avLst>
              <a:gd name="adj" fmla="val 50000"/>
            </a:avLst>
          </a:prstGeom>
          <a:ln w="19050">
            <a:solidFill>
              <a:srgbClr val="2A9D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29657" y="6002462"/>
            <a:ext cx="165452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A9D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COMPUTING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4669929" y="6002462"/>
            <a:ext cx="32146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555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5067598" y="5926262"/>
            <a:ext cx="1821656" cy="495300"/>
          </a:xfrm>
          <a:prstGeom prst="roundRect">
            <a:avLst>
              <a:gd name="adj" fmla="val 50000"/>
            </a:avLst>
          </a:prstGeom>
          <a:ln w="19050">
            <a:solidFill>
              <a:srgbClr val="A484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77148" y="6002462"/>
            <a:ext cx="147875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A484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PROPOSED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7041654" y="6002462"/>
            <a:ext cx="32146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555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7439323" y="5926262"/>
            <a:ext cx="1434108" cy="495300"/>
          </a:xfrm>
          <a:prstGeom prst="roundRect">
            <a:avLst>
              <a:gd name="adj" fmla="val 50000"/>
            </a:avLst>
          </a:prstGeom>
          <a:ln w="19050">
            <a:solidFill>
              <a:srgbClr val="A484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48873" y="6002462"/>
            <a:ext cx="109120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A484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LOCKED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9025830" y="6002462"/>
            <a:ext cx="32146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555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423499" y="5926262"/>
            <a:ext cx="2282205" cy="495300"/>
          </a:xfrm>
          <a:prstGeom prst="roundRect">
            <a:avLst>
              <a:gd name="adj" fmla="val 50000"/>
            </a:avLst>
          </a:prstGeom>
          <a:ln w="19050">
            <a:solidFill>
              <a:srgbClr val="B06F1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33049" y="6002462"/>
            <a:ext cx="193930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06F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DESTABILIZED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82727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ROUND 3 · SCHEDULING PAGE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38200" y="1000125"/>
            <a:ext cx="1827276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384"/>
              </a:lnSpc>
              <a:buNone/>
            </a:pPr>
            <a:r>
              <a:rPr lang="en-US" sz="42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Calendar views: 7 and 30 days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971675" y="1929705"/>
            <a:ext cx="465758" cy="304800"/>
          </a:xfrm>
          <a:prstGeom prst="roundRect">
            <a:avLst>
              <a:gd name="adj" fmla="val 18750"/>
            </a:avLst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2066925" y="1948755"/>
            <a:ext cx="3218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551733" y="1929705"/>
            <a:ext cx="34895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 · Next 7 days (default, create)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971675" y="2367855"/>
            <a:ext cx="6715125" cy="6888807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9525">
            <a:solidFill>
              <a:srgbClr val="000000">
                <a:alpha val="10000"/>
              </a:srgbClr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1675" y="2367855"/>
            <a:ext cx="6715125" cy="688880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601200" y="1929705"/>
            <a:ext cx="465758" cy="304800"/>
          </a:xfrm>
          <a:prstGeom prst="roundRect">
            <a:avLst>
              <a:gd name="adj" fmla="val 18750"/>
            </a:avLst>
          </a:prstGeom>
          <a:solidFill>
            <a:srgbClr val="1A1A1A"/>
          </a:solidFill>
          <a:ln/>
        </p:spPr>
      </p:sp>
      <p:sp>
        <p:nvSpPr>
          <p:cNvPr id="10" name="Text 7"/>
          <p:cNvSpPr/>
          <p:nvPr/>
        </p:nvSpPr>
        <p:spPr>
          <a:xfrm>
            <a:off x="9696450" y="1948755"/>
            <a:ext cx="3218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3b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181258" y="1929705"/>
            <a:ext cx="177184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 · Next 30 days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9601200" y="2367855"/>
            <a:ext cx="6715125" cy="6467103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 w="9525">
            <a:solidFill>
              <a:srgbClr val="000000">
                <a:alpha val="10000"/>
              </a:srgbClr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367855"/>
            <a:ext cx="6715125" cy="64671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82727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ROUND 3 · SCHEDULING PAGE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38200" y="1000125"/>
            <a:ext cx="1827276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384"/>
              </a:lnSpc>
              <a:buNone/>
            </a:pPr>
            <a:r>
              <a:rPr lang="en-US" sz="42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Calendar views: 365 and 3,365 days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971675" y="1929705"/>
            <a:ext cx="465758" cy="304800"/>
          </a:xfrm>
          <a:prstGeom prst="roundRect">
            <a:avLst>
              <a:gd name="adj" fmla="val 18750"/>
            </a:avLst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2066925" y="1948755"/>
            <a:ext cx="3218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551733" y="1929705"/>
            <a:ext cx="192270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 · Next 365 days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971675" y="2367855"/>
            <a:ext cx="6715125" cy="6488013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000000">
                <a:alpha val="10000"/>
              </a:srgbClr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1675" y="2367855"/>
            <a:ext cx="6715125" cy="648801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601200" y="1929705"/>
            <a:ext cx="465758" cy="304800"/>
          </a:xfrm>
          <a:prstGeom prst="roundRect">
            <a:avLst>
              <a:gd name="adj" fmla="val 18750"/>
            </a:avLst>
          </a:prstGeom>
          <a:solidFill>
            <a:srgbClr val="1A1A1A"/>
          </a:solidFill>
          <a:ln/>
        </p:spPr>
      </p:sp>
      <p:sp>
        <p:nvSpPr>
          <p:cNvPr id="10" name="Text 7"/>
          <p:cNvSpPr/>
          <p:nvPr/>
        </p:nvSpPr>
        <p:spPr>
          <a:xfrm>
            <a:off x="9696450" y="1948755"/>
            <a:ext cx="3218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3d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181258" y="1929705"/>
            <a:ext cx="214199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 · Next 3,365 days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9601200" y="2367855"/>
            <a:ext cx="6715125" cy="6188497"/>
          </a:xfrm>
          <a:prstGeom prst="roundRect">
            <a:avLst>
              <a:gd name="adj" fmla="val 1847"/>
            </a:avLst>
          </a:prstGeom>
          <a:solidFill>
            <a:srgbClr val="FFFFFF"/>
          </a:solidFill>
          <a:ln w="9525">
            <a:solidFill>
              <a:srgbClr val="000000">
                <a:alpha val="10000"/>
              </a:srgbClr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367855"/>
            <a:ext cx="6715125" cy="61884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82727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ROUND 3 · SCHEDULING PAGE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38200" y="1000125"/>
            <a:ext cx="1827276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384"/>
              </a:lnSpc>
              <a:buNone/>
            </a:pPr>
            <a:r>
              <a:rPr lang="en-US" sz="42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Invitee paint and reveal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3893121" y="1929705"/>
            <a:ext cx="465758" cy="304800"/>
          </a:xfrm>
          <a:prstGeom prst="roundRect">
            <a:avLst>
              <a:gd name="adj" fmla="val 18750"/>
            </a:avLst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3988371" y="1948755"/>
            <a:ext cx="3218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473178" y="1929705"/>
            <a:ext cx="35166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/s/:token · invitee paint, mobile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893121" y="2367855"/>
            <a:ext cx="3777035" cy="6948264"/>
          </a:xfrm>
          <a:prstGeom prst="roundRect">
            <a:avLst>
              <a:gd name="adj" fmla="val 3026"/>
            </a:avLst>
          </a:prstGeom>
          <a:solidFill>
            <a:srgbClr val="FFFFFF"/>
          </a:solidFill>
          <a:ln w="9525">
            <a:solidFill>
              <a:srgbClr val="000000">
                <a:alpha val="10000"/>
              </a:srgbClr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3121" y="2367855"/>
            <a:ext cx="3777035" cy="694826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584555" y="1929705"/>
            <a:ext cx="465758" cy="304800"/>
          </a:xfrm>
          <a:prstGeom prst="roundRect">
            <a:avLst>
              <a:gd name="adj" fmla="val 18750"/>
            </a:avLst>
          </a:prstGeom>
          <a:solidFill>
            <a:srgbClr val="1A1A1A"/>
          </a:solidFill>
          <a:ln/>
        </p:spPr>
      </p:sp>
      <p:sp>
        <p:nvSpPr>
          <p:cNvPr id="10" name="Text 7"/>
          <p:cNvSpPr/>
          <p:nvPr/>
        </p:nvSpPr>
        <p:spPr>
          <a:xfrm>
            <a:off x="8679805" y="1948755"/>
            <a:ext cx="3218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3f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164613" y="1929705"/>
            <a:ext cx="423765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 · PROPOSED — grid-anchored reveal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584555" y="2367855"/>
            <a:ext cx="5810250" cy="5191274"/>
          </a:xfrm>
          <a:prstGeom prst="roundRect">
            <a:avLst>
              <a:gd name="adj" fmla="val 2202"/>
            </a:avLst>
          </a:prstGeom>
          <a:solidFill>
            <a:srgbClr val="FFFFFF"/>
          </a:solidFill>
          <a:ln w="9525">
            <a:solidFill>
              <a:srgbClr val="000000">
                <a:alpha val="10000"/>
              </a:srgbClr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4555" y="2367855"/>
            <a:ext cx="5810250" cy="51912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82727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ROUND 3 · SCHEDULING PAGE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38200" y="1000125"/>
            <a:ext cx="1827276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384"/>
              </a:lnSpc>
              <a:buNone/>
            </a:pPr>
            <a:r>
              <a:rPr lang="en-US" sz="42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common slot, then lock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428750" y="1929705"/>
            <a:ext cx="465758" cy="304800"/>
          </a:xfrm>
          <a:prstGeom prst="roundRect">
            <a:avLst>
              <a:gd name="adj" fmla="val 18750"/>
            </a:avLst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1948755"/>
            <a:ext cx="3218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008808" y="1929705"/>
            <a:ext cx="210777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 · no common slot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428750" y="2367855"/>
            <a:ext cx="7258050" cy="6028358"/>
          </a:xfrm>
          <a:prstGeom prst="roundRect">
            <a:avLst>
              <a:gd name="adj" fmla="val 1896"/>
            </a:avLst>
          </a:prstGeom>
          <a:solidFill>
            <a:srgbClr val="FFFFFF"/>
          </a:solidFill>
          <a:ln w="9525">
            <a:solidFill>
              <a:srgbClr val="000000">
                <a:alpha val="10000"/>
              </a:srgbClr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750" y="2367855"/>
            <a:ext cx="7258050" cy="602835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601200" y="1929705"/>
            <a:ext cx="465758" cy="304800"/>
          </a:xfrm>
          <a:prstGeom prst="roundRect">
            <a:avLst>
              <a:gd name="adj" fmla="val 18750"/>
            </a:avLst>
          </a:prstGeom>
          <a:solidFill>
            <a:srgbClr val="1A1A1A"/>
          </a:solidFill>
          <a:ln/>
        </p:spPr>
      </p:sp>
      <p:sp>
        <p:nvSpPr>
          <p:cNvPr id="10" name="Text 7"/>
          <p:cNvSpPr/>
          <p:nvPr/>
        </p:nvSpPr>
        <p:spPr>
          <a:xfrm>
            <a:off x="9696450" y="1948755"/>
            <a:ext cx="3218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3h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181258" y="1929705"/>
            <a:ext cx="118928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 · LOCKED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9601200" y="2367855"/>
            <a:ext cx="7258050" cy="5953125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 w="9525">
            <a:solidFill>
              <a:srgbClr val="000000">
                <a:alpha val="10000"/>
              </a:srgbClr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367855"/>
            <a:ext cx="7258050" cy="59531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82727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ROUND 3 · MEETING ROOM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38200" y="1000125"/>
            <a:ext cx="1827276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384"/>
              </a:lnSpc>
              <a:buNone/>
            </a:pPr>
            <a:r>
              <a:rPr lang="en-US" sz="42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Room and reschedule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790700" y="1929705"/>
            <a:ext cx="465758" cy="304800"/>
          </a:xfrm>
          <a:prstGeom prst="roundRect">
            <a:avLst>
              <a:gd name="adj" fmla="val 18750"/>
            </a:avLst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1885950" y="1948755"/>
            <a:ext cx="3218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370758" y="1929705"/>
            <a:ext cx="246884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/m/:id · meeting room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90700" y="2367855"/>
            <a:ext cx="6896100" cy="7095679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9525">
            <a:solidFill>
              <a:srgbClr val="000000">
                <a:alpha val="10000"/>
              </a:srgbClr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0700" y="2367855"/>
            <a:ext cx="6896100" cy="709567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601200" y="1929705"/>
            <a:ext cx="465758" cy="304800"/>
          </a:xfrm>
          <a:prstGeom prst="roundRect">
            <a:avLst>
              <a:gd name="adj" fmla="val 18750"/>
            </a:avLst>
          </a:prstGeom>
          <a:solidFill>
            <a:srgbClr val="1A1A1A"/>
          </a:solidFill>
          <a:ln/>
        </p:spPr>
      </p:sp>
      <p:sp>
        <p:nvSpPr>
          <p:cNvPr id="10" name="Text 7"/>
          <p:cNvSpPr/>
          <p:nvPr/>
        </p:nvSpPr>
        <p:spPr>
          <a:xfrm>
            <a:off x="9696450" y="1948755"/>
            <a:ext cx="3218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3j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181258" y="1929705"/>
            <a:ext cx="419558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/m/:id · DESTABILIZED → reschedule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9601200" y="2367855"/>
            <a:ext cx="6896100" cy="6369918"/>
          </a:xfrm>
          <a:prstGeom prst="roundRect">
            <a:avLst>
              <a:gd name="adj" fmla="val 1794"/>
            </a:avLst>
          </a:prstGeom>
          <a:solidFill>
            <a:srgbClr val="FFFFFF"/>
          </a:solidFill>
          <a:ln w="9525">
            <a:solidFill>
              <a:srgbClr val="000000">
                <a:alpha val="10000"/>
              </a:srgbClr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367855"/>
            <a:ext cx="6896100" cy="63699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82727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ROUND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38200" y="1000125"/>
            <a:ext cx="1827276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384"/>
              </a:lnSpc>
              <a:buNone/>
            </a:pPr>
            <a:r>
              <a:rPr lang="en-US" sz="42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Entry flow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2695575" y="1929705"/>
            <a:ext cx="465758" cy="304800"/>
          </a:xfrm>
          <a:prstGeom prst="roundRect">
            <a:avLst>
              <a:gd name="adj" fmla="val 18750"/>
            </a:avLst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2790825" y="1948755"/>
            <a:ext cx="3218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75633" y="1929705"/>
            <a:ext cx="400273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www.asap.tools → Scheduling page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695575" y="2367855"/>
            <a:ext cx="5991225" cy="7079084"/>
          </a:xfrm>
          <a:prstGeom prst="roundRect">
            <a:avLst>
              <a:gd name="adj" fmla="val 1908"/>
            </a:avLst>
          </a:prstGeom>
          <a:solidFill>
            <a:srgbClr val="FFFFFF"/>
          </a:solidFill>
          <a:ln w="9525">
            <a:solidFill>
              <a:srgbClr val="000000">
                <a:alpha val="10000"/>
              </a:srgbClr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5575" y="2367855"/>
            <a:ext cx="5991225" cy="70790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601200" y="1929705"/>
            <a:ext cx="465758" cy="304800"/>
          </a:xfrm>
          <a:prstGeom prst="roundRect">
            <a:avLst>
              <a:gd name="adj" fmla="val 18750"/>
            </a:avLst>
          </a:prstGeom>
          <a:solidFill>
            <a:srgbClr val="1A1A1A"/>
          </a:solidFill>
          <a:ln/>
        </p:spPr>
      </p:sp>
      <p:sp>
        <p:nvSpPr>
          <p:cNvPr id="10" name="Text 7"/>
          <p:cNvSpPr/>
          <p:nvPr/>
        </p:nvSpPr>
        <p:spPr>
          <a:xfrm>
            <a:off x="9696450" y="1948755"/>
            <a:ext cx="3218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2b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181258" y="1929705"/>
            <a:ext cx="36369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Meeting room (asap.tools/m/:id)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9601200" y="2367855"/>
            <a:ext cx="5991225" cy="6228755"/>
          </a:xfrm>
          <a:prstGeom prst="roundRect">
            <a:avLst>
              <a:gd name="adj" fmla="val 1908"/>
            </a:avLst>
          </a:prstGeom>
          <a:solidFill>
            <a:srgbClr val="FFFFFF"/>
          </a:solidFill>
          <a:ln w="9525">
            <a:solidFill>
              <a:srgbClr val="000000">
                <a:alpha val="10000"/>
              </a:srgbClr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367855"/>
            <a:ext cx="5991225" cy="62287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82727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ROUND 1 · PRD SITE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38200" y="1000125"/>
            <a:ext cx="1827276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384"/>
              </a:lnSpc>
              <a:buNone/>
            </a:pPr>
            <a:r>
              <a:rPr lang="en-US" sz="42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Overview, Product, Backend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2957513" y="1929705"/>
            <a:ext cx="465758" cy="304800"/>
          </a:xfrm>
          <a:prstGeom prst="roundRect">
            <a:avLst>
              <a:gd name="adj" fmla="val 18750"/>
            </a:avLst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3052763" y="1948755"/>
            <a:ext cx="3218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537570" y="1929705"/>
            <a:ext cx="186638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Tab 1 · Overview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957513" y="2367855"/>
            <a:ext cx="3819525" cy="7062639"/>
          </a:xfrm>
          <a:prstGeom prst="roundRect">
            <a:avLst>
              <a:gd name="adj" fmla="val 2993"/>
            </a:avLst>
          </a:prstGeom>
          <a:solidFill>
            <a:srgbClr val="FFFFFF"/>
          </a:solidFill>
          <a:ln w="9525">
            <a:solidFill>
              <a:srgbClr val="000000">
                <a:alpha val="10000"/>
              </a:srgbClr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7513" y="2367855"/>
            <a:ext cx="3819525" cy="706263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234238" y="1929705"/>
            <a:ext cx="465758" cy="304800"/>
          </a:xfrm>
          <a:prstGeom prst="roundRect">
            <a:avLst>
              <a:gd name="adj" fmla="val 18750"/>
            </a:avLst>
          </a:prstGeom>
          <a:solidFill>
            <a:srgbClr val="1A1A1A"/>
          </a:solidFill>
          <a:ln/>
        </p:spPr>
      </p:sp>
      <p:sp>
        <p:nvSpPr>
          <p:cNvPr id="10" name="Text 7"/>
          <p:cNvSpPr/>
          <p:nvPr/>
        </p:nvSpPr>
        <p:spPr>
          <a:xfrm>
            <a:off x="7329488" y="1948755"/>
            <a:ext cx="3218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1b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814295" y="1929705"/>
            <a:ext cx="224382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Tab 2 · Product PRD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7234238" y="2367855"/>
            <a:ext cx="3819525" cy="6709023"/>
          </a:xfrm>
          <a:prstGeom prst="roundRect">
            <a:avLst>
              <a:gd name="adj" fmla="val 2993"/>
            </a:avLst>
          </a:prstGeom>
          <a:solidFill>
            <a:srgbClr val="FFFFFF"/>
          </a:solidFill>
          <a:ln w="9525">
            <a:solidFill>
              <a:srgbClr val="000000">
                <a:alpha val="10000"/>
              </a:srgbClr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4238" y="2367855"/>
            <a:ext cx="3819525" cy="6709023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1510963" y="1929705"/>
            <a:ext cx="465758" cy="304800"/>
          </a:xfrm>
          <a:prstGeom prst="roundRect">
            <a:avLst>
              <a:gd name="adj" fmla="val 18750"/>
            </a:avLst>
          </a:prstGeom>
          <a:solidFill>
            <a:srgbClr val="1A1A1A"/>
          </a:solidFill>
          <a:ln/>
        </p:spPr>
      </p:sp>
      <p:sp>
        <p:nvSpPr>
          <p:cNvPr id="15" name="Text 11"/>
          <p:cNvSpPr/>
          <p:nvPr/>
        </p:nvSpPr>
        <p:spPr>
          <a:xfrm>
            <a:off x="11606212" y="1948755"/>
            <a:ext cx="3218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1c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2091020" y="1929705"/>
            <a:ext cx="233861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Tab 3 · Backend PRD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11510963" y="2367855"/>
            <a:ext cx="3819525" cy="6790283"/>
          </a:xfrm>
          <a:prstGeom prst="roundRect">
            <a:avLst>
              <a:gd name="adj" fmla="val 2993"/>
            </a:avLst>
          </a:prstGeom>
          <a:solidFill>
            <a:srgbClr val="FFFFFF"/>
          </a:solidFill>
          <a:ln w="9525">
            <a:solidFill>
              <a:srgbClr val="000000">
                <a:alpha val="10000"/>
              </a:srgbClr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0963" y="2367855"/>
            <a:ext cx="3819525" cy="67902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82727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6B6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ROUND 1 · PRD SITE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38200" y="1000125"/>
            <a:ext cx="1827276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384"/>
              </a:lnSpc>
              <a:buNone/>
            </a:pPr>
            <a:r>
              <a:rPr lang="en-US" sz="4200" b="1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Integrations, Decision Log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3781425" y="1929705"/>
            <a:ext cx="465758" cy="304800"/>
          </a:xfrm>
          <a:prstGeom prst="roundRect">
            <a:avLst>
              <a:gd name="adj" fmla="val 18750"/>
            </a:avLst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3876675" y="1948755"/>
            <a:ext cx="3218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361483" y="1929705"/>
            <a:ext cx="262052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Tab 4 · Integration PRD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781425" y="2367855"/>
            <a:ext cx="4905375" cy="7170986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9525">
            <a:solidFill>
              <a:srgbClr val="000000">
                <a:alpha val="10000"/>
              </a:srgbClr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81425" y="2367855"/>
            <a:ext cx="4905375" cy="717098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601200" y="1929705"/>
            <a:ext cx="465758" cy="304800"/>
          </a:xfrm>
          <a:prstGeom prst="roundRect">
            <a:avLst>
              <a:gd name="adj" fmla="val 18750"/>
            </a:avLst>
          </a:prstGeom>
          <a:solidFill>
            <a:srgbClr val="1A1A1A"/>
          </a:solidFill>
          <a:ln/>
        </p:spPr>
      </p:sp>
      <p:sp>
        <p:nvSpPr>
          <p:cNvPr id="10" name="Text 7"/>
          <p:cNvSpPr/>
          <p:nvPr/>
        </p:nvSpPr>
        <p:spPr>
          <a:xfrm>
            <a:off x="9696450" y="1948755"/>
            <a:ext cx="3218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181258" y="1929705"/>
            <a:ext cx="22388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Tab 5 · Decision Log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9601200" y="2367855"/>
            <a:ext cx="4905375" cy="5106219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9525">
            <a:solidFill>
              <a:srgbClr val="000000">
                <a:alpha val="10000"/>
              </a:srgbClr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367855"/>
            <a:ext cx="4905375" cy="510621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2026-10-08T12:01:46Z</dcterms:created>
  <dcterms:modified xsi:type="dcterms:W3CDTF">2026-10-08T12:01:46Z</dcterms:modified>
</cp:coreProperties>
</file>